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Default Extension="jpg" ContentType="image/jpe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361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65095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8950" y="353913"/>
            <a:ext cx="7513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DLBCSPJWD01 · PROJECT JAVA AND WEB DEVELOPMENT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8950" y="706338"/>
            <a:ext cx="75134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Expense Tracker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1650950"/>
            <a:ext cx="9144000" cy="507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2721025"/>
            <a:ext cx="75134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600"/>
              </a:spcAft>
              <a:buNone/>
            </a:pPr>
            <a:r>
              <a:rPr lang="en-US" sz="2100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 Part 1: Conception Phase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88950" y="3483025"/>
            <a:ext cx="75134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[Surname, First Name]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8950" y="3803600"/>
            <a:ext cx="75134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Matriculation Number: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[Matriculation Number]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113337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people lose track of where their money goes.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8450" y="1761976"/>
            <a:ext cx="7747099" cy="185335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everyday spending, like coffee, transport, or snacks, adds up quickly, but it is rarely written down anywhere.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apps show transactions, not </a:t>
            </a: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spending patterns stay hidden.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Tracker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simple web app where a user logs an expense with an amount and a category, and instantly sees where their money is going.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262060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User Group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and young professionals managing their own money for the first time.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8450" y="2038201"/>
            <a:ext cx="7747099" cy="215800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on a fixed monthly budget, such as students, interns, and early-career workers.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 using a phone or browser every day, but not looking for a full accounting tool.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something faster than a spreadsheet and simpler than a bank's built-in budgeting feature.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111530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 spending patterns the moment they happen, not at the end of the month.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8450" y="2038201"/>
            <a:ext cx="7747099" cy="185335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visibility: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live chart of spending by category, updated the moment an expense is added.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friction: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adding or removing an expense happens without reloading the page.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decisions: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spotting an overspent category early is easier than reading a bank statement after the fact.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655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66800" y="211038"/>
            <a:ext cx="367837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Component Choices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36550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003250"/>
            <a:ext cx="79020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small, standard stack that fits the size of the app.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8450" y="1419076"/>
            <a:ext cx="7747099" cy="194741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 (HTML, CSS, Vue.js):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Vue handles the two dynamic interactions, adding or deleting an expense and redrawing the live chart, without a full page reload.</a:t>
            </a:r>
            <a:endParaRPr lang="en-US" sz="1600" dirty="0"/>
          </a:p>
          <a:p>
            <a:pPr marL="114300" indent="-114300" algn="l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end (Laravel, PHP):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requests from the front end, saves expenses, and returns category totals as JSON. Laravel's routing, Eloquent ORM, and migrations keep the data layer clean and easy to extend later.</a:t>
            </a:r>
            <a:endParaRPr lang="en-US" sz="1600" dirty="0"/>
          </a:p>
          <a:p>
            <a:pPr marL="114300" indent="-114300" algn="l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(MySQL):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stores each expense, its amount, category, and date, in a single table.</a:t>
            </a:r>
            <a:endParaRPr lang="en-US" sz="1600" dirty="0"/>
          </a:p>
          <a:p>
            <a:pPr marL="114300" indent="-114300" algn="l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external API. The app is self-contained, which the assignment allows.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142696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104751"/>
            <a:ext cx="79020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</a:t>
            </a:r>
            <a:r>
              <a:rPr lang="en-US" sz="17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first, then the two dynamic interactions, one at a time.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8450" y="1555552"/>
            <a:ext cx="7747099" cy="213761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the database table with a migration, plus a basic Laravel route and controller that can save and list expenses.</a:t>
            </a:r>
            <a:endParaRPr lang="en-US" sz="1600" dirty="0"/>
          </a:p>
          <a:p>
            <a:pPr marL="114300" indent="-114300" algn="l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 the front end to it with a form that adds an expense through AJAX, with no page reload.</a:t>
            </a:r>
            <a:endParaRPr lang="en-US" sz="1600" dirty="0"/>
          </a:p>
          <a:p>
            <a:pPr marL="114300" indent="-114300" algn="l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the delete interaction the same way.</a:t>
            </a:r>
            <a:endParaRPr lang="en-US" sz="1600" dirty="0"/>
          </a:p>
          <a:p>
            <a:pPr marL="114300" indent="-114300" algn="l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the live chart, fed by category totals calculated on the backend.</a:t>
            </a:r>
            <a:endParaRPr lang="en-US" sz="1600" dirty="0"/>
          </a:p>
          <a:p>
            <a:pPr marL="114300" indent="-114300" algn="l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on desktop and mobile widths, and adjust the layout for responsiveness.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751342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Overview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feature from the Phase 1 concept is built and working.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8450" y="1761976"/>
            <a:ext cx="7747099" cy="320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GitHub repository: </a:t>
            </a: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github.com/salmanpatnee/Expense_Tracker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six ordered stages: foundation, categories (backend and frontend), expenses (backend and frontend), and a final polish stage.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automated test suite was written for this project. Manual test cases were run against every feature instead, documented on later slides, which the course guidelines allow.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751342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Technical Stack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stack stayed close to the Phase 1 plan, with a few additions.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8450" y="1761976"/>
            <a:ext cx="7747099" cy="320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end: </a:t>
            </a: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single-file components bundled with Vite, Tailwind CSS v4 for styling, Chart.js with the vue-chartjs wrapper for the live chart, and Axios for calling the API.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end: </a:t>
            </a: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13 (PHP)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using Eloquent for the data layer and Form Request classes for validation.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</a:t>
            </a: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a categories table and an expenses table linked by a restrict-on-delete foreign key.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environment: Laravel Herd.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751342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Screenshot: Expenses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Adding and deleting an expense updates the page instantly.</a:t>
            </a:r>
            <a:endParaRPr lang="en-US" sz="19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450" y="1761976"/>
            <a:ext cx="4700000" cy="2088888"/>
          </a:xfrm>
          <a:prstGeom prst="rect">
            <a:avLst/>
          </a:prstGeom>
          <a:ln w="6350">
            <a:solidFill>
              <a:srgbClr val="E3E0D6"/>
            </a:solidFill>
          </a:ln>
        </p:spPr>
      </p:pic>
      <p:sp>
        <p:nvSpPr>
          <p:cNvPr id="7" name="Text 4"/>
          <p:cNvSpPr/>
          <p:nvPr/>
        </p:nvSpPr>
        <p:spPr>
          <a:xfrm>
            <a:off x="5598450" y="1761976"/>
            <a:ext cx="2847099" cy="208888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Add-expense form with date, category, description, and amount.</a:t>
            </a:r>
            <a:endParaRPr lang="en-US" sz="1300" dirty="0"/>
          </a:p>
          <a:p>
            <a:pPr marL="114300" indent="-114300" algn="l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table lists every entry with a delete action.</a:t>
            </a:r>
            <a:endParaRPr lang="en-US" sz="1300" dirty="0"/>
          </a:p>
          <a:p>
            <a:pPr marL="114300" indent="-114300" algn="l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Doughnut chart on the right updates the moment an expense is added or removed.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751342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Screenshot: Categories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Categories are fully user-manageable, not a fixed list.</a:t>
            </a:r>
            <a:endParaRPr lang="en-US" sz="19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450" y="1761976"/>
            <a:ext cx="4700000" cy="2088888"/>
          </a:xfrm>
          <a:prstGeom prst="rect">
            <a:avLst/>
          </a:prstGeom>
          <a:ln w="6350">
            <a:solidFill>
              <a:srgbClr val="E3E0D6"/>
            </a:solidFill>
          </a:ln>
        </p:spPr>
      </p:pic>
      <p:sp>
        <p:nvSpPr>
          <p:cNvPr id="7" name="Text 4"/>
          <p:cNvSpPr/>
          <p:nvPr/>
        </p:nvSpPr>
        <p:spPr>
          <a:xfrm>
            <a:off x="5598450" y="1761976"/>
            <a:ext cx="2847099" cy="208888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rename, and delete a category, all without a page reload.</a:t>
            </a:r>
            <a:endParaRPr lang="en-US" sz="1300" dirty="0"/>
          </a:p>
          <a:p>
            <a:pPr marL="114300" indent="-114300" algn="l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category shows a colour swatch that matches its slice in the expenses chart.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751342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Screenshot: Delete Guard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category still in use cannot be deleted.</a:t>
            </a:r>
            <a:endParaRPr lang="en-US" sz="19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450" y="1761976"/>
            <a:ext cx="4700000" cy="2088888"/>
          </a:xfrm>
          <a:prstGeom prst="rect">
            <a:avLst/>
          </a:prstGeom>
          <a:ln w="6350">
            <a:solidFill>
              <a:srgbClr val="E3E0D6"/>
            </a:solidFill>
          </a:ln>
        </p:spPr>
      </p:pic>
      <p:sp>
        <p:nvSpPr>
          <p:cNvPr id="7" name="Text 4"/>
          <p:cNvSpPr/>
          <p:nvPr/>
        </p:nvSpPr>
        <p:spPr>
          <a:xfrm>
            <a:off x="5598450" y="1761976"/>
            <a:ext cx="2847099" cy="208888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"Food" is blocked because expenses are logged against it.</a:t>
            </a:r>
            <a:endParaRPr lang="en-US" sz="1300" dirty="0"/>
          </a:p>
          <a:p>
            <a:pPr marL="114300" indent="-114300" algn="l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catches the database's foreign-key restriction and returns a clear message instead of a raw error.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751342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Changes Since Phase 1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of the plan held. A few things grew along the way.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8450" y="1761976"/>
            <a:ext cx="7747099" cy="320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became a full CRUD module rather than a fixed list, kept consistent with how expenses work.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 delete guard so a category still in use cannot be removed. This was not anticipated in the original concept.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written design-token system (colours, type, spacing) was defined and applied consistently across the app.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amounts round to 2 decimals client-side, on top of the browser's own step validation.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responsiveness pass: the two-column expense layout stacks on mobile, and delete-confirmation popups reposition themselves near the bottom of a list.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751342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Interactions Implemented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required interactions are built and working end to end.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8450" y="1761976"/>
            <a:ext cx="7747099" cy="320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and delete without a page reload: </a:t>
            </a: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calls the Laravel JSON API through Axios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both expenses and categories. The list re-fetches and re-renders instantly.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Backend-aggregated totals rendered live: </a:t>
            </a: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endpoint sums expenses per category in SQL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chart redraws every time an expense is added or removed.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751342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Cases: Categories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test cases, run against the live app.</a:t>
            </a:r>
            <a:endParaRPr lang="en-US" sz="19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98450" y="1761976"/>
          <a:ext cx="7747099" cy="280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69108"/>
                <a:gridCol w="3098840"/>
                <a:gridCol w="2479072"/>
              </a:tblGrid>
              <a:tr h="466666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Test</a:t>
                      </a:r>
                      <a:endParaRPr lang="en-US" sz="1200" dirty="0"/>
                    </a:p>
                  </a:txBody>
                  <a:tcPr>
                    <a:solidFill>
                      <a:srgbClr val="14213D"/>
                    </a:solidFill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Steps</a:t>
                      </a:r>
                      <a:endParaRPr lang="en-US" sz="1200" dirty="0"/>
                    </a:p>
                  </a:txBody>
                  <a:tcPr>
                    <a:solidFill>
                      <a:srgbClr val="14213D"/>
                    </a:solidFill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Expected result</a:t>
                      </a:r>
                      <a:endParaRPr lang="en-US" sz="1200" dirty="0"/>
                    </a:p>
                  </a:txBody>
                  <a:tcPr>
                    <a:solidFill>
                      <a:srgbClr val="14213D"/>
                    </a:solidFill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  <a:tr h="466666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Add category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Enter a valid name, submit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Appears in the list instantly, no reload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  <a:tr h="466666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Duplicate name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Submit a name that already exists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Rejected with an inline "already taken" message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  <a:tr h="466666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Rename category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Edit an existing category, save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List updates instantly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  <a:tr h="466666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Delete unused category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Delete a category with no expenses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Removed from the list instantly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  <a:tr h="466666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Delete category in use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Delete a category that has expenses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Blocked, with a clear inline message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751342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Cases: Expenses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test cases, run against the live app.</a:t>
            </a:r>
            <a:endParaRPr lang="en-US" sz="19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98450" y="1761976"/>
          <a:ext cx="7747099" cy="310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59304"/>
                <a:gridCol w="2943898"/>
                <a:gridCol w="2943898"/>
              </a:tblGrid>
              <a:tr h="442857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Test</a:t>
                      </a:r>
                      <a:endParaRPr lang="en-US" sz="1200" dirty="0"/>
                    </a:p>
                  </a:txBody>
                  <a:tcPr>
                    <a:solidFill>
                      <a:srgbClr val="14213D"/>
                    </a:solidFill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Steps</a:t>
                      </a:r>
                      <a:endParaRPr lang="en-US" sz="1200" dirty="0"/>
                    </a:p>
                  </a:txBody>
                  <a:tcPr>
                    <a:solidFill>
                      <a:srgbClr val="14213D"/>
                    </a:solidFill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Expected result</a:t>
                      </a:r>
                      <a:endParaRPr lang="en-US" sz="1200" dirty="0"/>
                    </a:p>
                  </a:txBody>
                  <a:tcPr>
                    <a:solidFill>
                      <a:srgbClr val="14213D"/>
                    </a:solidFill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  <a:tr h="442857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Add expense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Enter valid date, category, description, amount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Appears in the table, chart updates instantly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  <a:tr h="442857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Missing description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Submit with description left blank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Rejected with an inline "field is required" message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  <a:tr h="442857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Zero / negative amount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Submit an amount of 0 or less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Rejected by validation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  <a:tr h="442857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Over-precise decimal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Enter an amount like 12.999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Blocked by the browser's step validation before it is sent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  <a:tr h="442857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Delete expense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Click delete, confirm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Removed from the table, chart updates instantly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  <a:tr h="442857"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Empty state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View the app with zero expenses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</a:rPr>
                        <a:t>"No expenses yet." and "No data yet." are shown</a:t>
                      </a:r>
                      <a:endParaRPr lang="en-US" sz="1100" dirty="0"/>
                    </a:p>
                  </a:txBody>
                  <a:tcPr>
                    <a:noFill/>
                    <a:lnL w="6350">
                      <a:solidFill>
                        <a:srgbClr val="E3E0D6"/>
                      </a:solidFill>
                    </a:lnL>
                    <a:lnR w="6350">
                      <a:solidFill>
                        <a:srgbClr val="E3E0D6"/>
                      </a:solidFill>
                    </a:lnR>
                    <a:lnT w="6350">
                      <a:solidFill>
                        <a:srgbClr val="E3E0D6"/>
                      </a:solidFill>
                    </a:lnT>
                    <a:lnB w="6350">
                      <a:solidFill>
                        <a:srgbClr val="E3E0D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92101" y="212675"/>
            <a:ext cx="751342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Screencast &amp; What Is Next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787301"/>
            <a:ext cx="914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064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short recording shows the app in action.</a:t>
            </a:r>
            <a:endParaRPr lang="en-US" sz="1900" dirty="0"/>
          </a:p>
        </p:txBody>
      </p:sp>
      <p:sp>
        <p:nvSpPr>
          <p:cNvPr id="6" name="Box 6"/>
          <p:cNvSpPr/>
          <p:nvPr/>
        </p:nvSpPr>
        <p:spPr>
          <a:xfrm>
            <a:off x="698450" y="1761976"/>
            <a:ext cx="7747099" cy="12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0D6"/>
            </a:solidFill>
            <a:prstDash val="dash"/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</a:rPr>
              <a:t>Screencast to be embedded here. It demonstrates adding and deleting an expense, and the live chart updating without a page reload.</a:t>
            </a:r>
          </a:p>
        </p:txBody>
      </p:sp>
      <p:sp>
        <p:nvSpPr>
          <p:cNvPr id="7" name="Text 3"/>
          <p:cNvSpPr/>
          <p:nvPr/>
        </p:nvSpPr>
        <p:spPr>
          <a:xfrm>
            <a:off x="698450" y="3111976"/>
            <a:ext cx="77470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0"/>
              </a:spcAft>
              <a:buNone/>
            </a:pPr>
            <a:r>
              <a:rPr lang="en-US" sz="19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Next: Finalization phase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98450" y="3448201"/>
            <a:ext cx="7747099" cy="139529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the project for submission: full source code and a zipped GitHub export.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README with install and run instructions.</a:t>
            </a:r>
            <a:endParaRPr lang="en-US" sz="1600" dirty="0"/>
          </a:p>
          <a:p>
            <a:pPr marL="114300" indent="-114300" algn="l">
              <a:lnSpc>
                <a:spcPts val="24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"making of" abstract and lessons learned.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489</Words>
  <Application>Microsoft Office PowerPoint</Application>
  <PresentationFormat>On-screen Show (16:9)</PresentationFormat>
  <Paragraphs>39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Tracker - Concept Deck</dc:title>
  <dc:subject>PptxGenJS Presentation</dc:subject>
  <dc:creator>DLBCSPJWD01 Student</dc:creator>
  <cp:lastModifiedBy>Salman Abdul Ghani</cp:lastModifiedBy>
  <cp:revision>2</cp:revision>
  <dcterms:created xsi:type="dcterms:W3CDTF">2026-08-22T11:48:20Z</dcterms:created>
  <dcterms:modified xsi:type="dcterms:W3CDTF">2026-08-22T11:52:14Z</dcterms:modified>
</cp:coreProperties>
</file>